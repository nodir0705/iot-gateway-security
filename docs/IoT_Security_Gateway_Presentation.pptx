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834640"/>
            <a:ext cx="12191695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Segoe UI"/>
              </a:defRPr>
            </a:pPr>
            <a:r>
              <a:t>RK3588S IoT Security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D6E5"/>
                </a:solidFill>
                <a:latin typeface="Segoe UI"/>
              </a:defRPr>
            </a:pPr>
            <a:r>
              <a:t>Edge-Based Network Threat Detection &amp; Automated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8CA3"/>
                </a:solidFill>
                <a:latin typeface="Segoe UI"/>
              </a:defRPr>
            </a:pPr>
            <a:r>
              <a:t>Built on Orange Pi 5  (RK3588S)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D2FF"/>
                </a:solidFill>
                <a:latin typeface="Segoe UI"/>
              </a:defRPr>
            </a:pPr>
            <a:r>
              <a:t>XDP/eBPF  ·  Suricata + Vectorscan  ·  RKNN NPU  ·  nftables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36576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Home IoT Security Gateway on Orange Pi 5 ($90 ARM64 board)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Monitors 60-device home network at 1 Gbps line rate in real time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Detects IoT-specific attacks and automatically isolates compromised devices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Layered detection: XDP kernel filtering → Suricata IDS → NPU anomaly detection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No cloud dependencies — all processing runs locally on the device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Segoe UI"/>
              </a:defRPr>
            </a:pPr>
            <a:r>
              <a:t>Implemented in 6 parts over two days, each building on the previous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06424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Detection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NIC (1Gbps)  →  XDP/eBPF  →  Suricata + Vectorscan  →  Flow Extractor  →  NPU/ONNX  →  Decision Engine  →  nftables / MQTT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Hardware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36576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560320" cy="14630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Segoe UI"/>
              </a:defRPr>
            </a:pPr>
            <a:r>
              <a:t>4× Cortex-A76 (2.4 GHz)</a:t>
            </a:r>
            <a:br/>
            <a:r>
              <a:t>4× Cortex-A55 (1.8 GHz)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560320" cy="14630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NPU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B894"/>
                </a:solidFill>
                <a:latin typeface="Segoe UI"/>
              </a:defRPr>
            </a:pPr>
            <a:r>
              <a:t>6 TOPS</a:t>
            </a:r>
            <a:br/>
            <a:r>
              <a:t>RKNN Runtime 2.3.2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560320" cy="14630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ECA57"/>
                </a:solidFill>
                <a:latin typeface="Segoe UI"/>
              </a:defRPr>
            </a:pPr>
            <a:r>
              <a:t>8 GB</a:t>
            </a:r>
            <a:br/>
            <a:r>
              <a:t>LPDDR4x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80160"/>
            <a:ext cx="2560320" cy="14630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D6E5"/>
                </a:solidFill>
                <a:latin typeface="Segoe UI"/>
              </a:defRPr>
            </a:pPr>
            <a:r>
              <a:t>1× Gigabit Ethernet</a:t>
            </a:r>
            <a:br/>
            <a:r>
              <a:t>stmmac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Board: Orange Pi 5 (RK3588S) — $90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OS: Ubuntu 22.04.5 LTS, Kernel 5.10.160-rockchip-rk3588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Storage: 57 GB eMMC (51 GB free)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Core affinity: Suricata workers pinned to A76 cores (4–7), management on A55 cores (0–3)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Prevents background tasks from stealing cycles from the detection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1 — Network Foundation &amp; Attack Simulators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64008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Objective: Baseline the home network (192.168.3.0/24, 60 devices) and build realistic IoT attack simulators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411480"/>
          </a:xfrm>
          <a:prstGeom prst="roundRect">
            <a:avLst/>
          </a:prstGeom>
          <a:solidFill>
            <a:srgbClr val="151825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6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6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96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IoT Relevance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53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Credential Stuffing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53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31 default password pairs via Telnet/HTTP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53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Mirai botnet primary 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1106424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6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Port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6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SYN scan across multiple 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56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Lateral movement / 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9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C2 Beacon (DNS)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159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Periodic DNS lookups to suspicious TLDs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59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Botnet command-and-control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1106424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62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C2 Beacon (HTTP)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62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Periodic HTTP POSTs with device fingerprint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662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Data exfiltration via HTTP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5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ARP Spoofing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65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Gratuitous ARP to poison caches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165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Man-in-the-middle positioning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1106424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8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UPnP Abuse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668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AddPortMapping SOAP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668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Opening firewall holes remotely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7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Volumetric Flood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171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SYN + UDP + ICMP flood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Denial-of-service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CA3"/>
                </a:solidFill>
                <a:latin typeface="Segoe UI"/>
              </a:defRPr>
            </a:pPr>
            <a:r>
              <a:t>Baseline capture: 2,771 packets / 210 KB saved for repeatable testing of all detection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2 — XDP/eBPF Kernel-Level Filtering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59436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Objective: Drop known-bad packets at the NIC driver level before they reach the kernel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5486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2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xdp_hello.c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22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Verification — counts packets (932 counted during ping 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5486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62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xdp_blacklist.c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6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Hash map of 10,000 blocked IPs — drops at driver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64240" cy="5486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02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xdp_ratelimit.c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02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Per-IP rate limiting: SYN 100/sec, UDP 500/sec (LRU 65K entries)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59"/>
            <a:ext cx="11064240" cy="5486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42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xdp_bypass.c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4235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Whitelist for trusted traffic — skips deep inspection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064240" cy="5486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82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xdp_gateway.c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82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Production: all 4 stages + 100K-entry flow table for NPU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8CA3"/>
                </a:solidFill>
                <a:latin typeface="Segoe UI"/>
              </a:defRPr>
            </a:pPr>
            <a:r>
              <a:t>Build challenges: bpftool compiled from source (v7.7.0), ARM64 kernel header symlinks required, XDP runs in generic mode on stmmac driver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3 — Suricata IDS with Vectorscan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59436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Objective: Deep packet inspection for known IoT attack patterns, powered by Vectorscan on ARM64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D2FF"/>
                </a:solidFill>
                <a:latin typeface="Segoe UI"/>
              </a:defRPr>
            </a:pPr>
            <a:r>
              <a:t>Build 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Suricata 7.0.8 built from source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Vectorscan (libhs 5.4.12) for multi-pattern matching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Rust 1.93.1 + cbindgen via cargo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4 AF_PACKET worker threads on A76 cores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Segoe UI"/>
              </a:defRPr>
            </a:pPr>
            <a:r>
              <a:t>tpacket-v3 zero-copy capture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669280" cy="22860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IoT Rule Set (21 Rules)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ECA57"/>
                </a:solidFill>
                <a:latin typeface="Consolas"/>
              </a:defRPr>
            </a:pPr>
            <a:r>
              <a:t>iot-attacks.rules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13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Telnet/SSH brute-force, Mirai credentials, HTTP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ECA57"/>
                </a:solidFill>
                <a:latin typeface="Consolas"/>
              </a:defRPr>
            </a:pPr>
            <a:r>
              <a:t>c2-indicators.rules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4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DNS queries to suspicious TLDs, large transfers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ECA57"/>
                </a:solidFill>
                <a:latin typeface="Consolas"/>
              </a:defRPr>
            </a:pPr>
            <a:r>
              <a:t>network-anomaly.rules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4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ICMP/SYN/UDP floods, excessive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1064240" cy="10972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Validation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All 21 rules loaded • 18 alerts fired across 7 rule types: DNS C2 beaconing (10), Mirai credentials (3), HTTP brute-force (1), UPnP abuse (1), port scanning (2), SYN flood (1)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4 — Flow Feature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50292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13-dimensional feature vector per flow (based on CIC-IDS2017) for NPU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40080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9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79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79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TCP (6), UDP (17), ICMP (1)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38528"/>
            <a:ext cx="640080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3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3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dst_port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3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Destination port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22576"/>
            <a:ext cx="640080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47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47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flow_duration_ms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47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Total flow duration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06624"/>
            <a:ext cx="640080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320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32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total_fwd/bwd_packets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32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Packets per direction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90672"/>
            <a:ext cx="640080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16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11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total_fwd/bwd_bytes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116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Bytes per direction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74720"/>
            <a:ext cx="640080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00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#7–8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0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fwd/bwd_pkt_len_mean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50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Mean packet length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858768"/>
            <a:ext cx="640080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841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88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flow_bytes_per_sec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884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Throughput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42816"/>
            <a:ext cx="640080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68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682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flow_pkts_per_sec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2682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Packet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626864"/>
            <a:ext cx="640080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6522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6522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flow_iat_mean_ms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6522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Mean inter-arrival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010912"/>
            <a:ext cx="640080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036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#12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036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syn_flag_count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036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Segoe UI"/>
              </a:defRPr>
            </a:pPr>
            <a:r>
              <a:t>Number of SYN flags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1554480"/>
            <a:ext cx="4114800" cy="22860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1645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Training Dataset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10312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600 total samples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300 normal IoT patterns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300 attack samples (5 categories):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  SYN flood, credential stuffing,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  port scan, C2 beacon, exfiltration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  (60 samples each)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5 — NPU Anomaly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50292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Two models in parallel: Random Forest (high accuracy) + Autoencoder on NPU (throughput)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27432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Segoe UI"/>
              </a:defRPr>
            </a:pPr>
            <a:r>
              <a:t>Random Forest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100 trees, 600-sample dataset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100% accuracy, perfect 5-fold CV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Top features: bwd_pkt_len_mean (26%),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  syn_flag_count (19%), total_fwd_packets (18%)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Throughput: 12,500 flows/sec on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Segoe UI"/>
              </a:defRPr>
            </a:pPr>
            <a:r>
              <a:t>Autoencoder (RKNN NPU)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Architecture: 13 → 8 → 4 → 8 → 13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Trained on normal traffic only (unsupervised)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High reconstruction error = anomaly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PyTorch → ONNX → RKNN INT8 quantized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Deployed on RK3588S NPU Core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064240" cy="347472"/>
          </a:xfrm>
          <a:prstGeom prst="roundRect">
            <a:avLst/>
          </a:prstGeom>
          <a:solidFill>
            <a:srgbClr val="15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8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8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68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AE (ONNX CPU)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68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8CA3"/>
                </a:solidFill>
                <a:latin typeface="Segoe UI"/>
              </a:defRPr>
            </a:pPr>
            <a:r>
              <a:t>AE (RKNN NPU)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5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5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05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92.2%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05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ECA57"/>
                </a:solidFill>
                <a:latin typeface="Segoe UI"/>
              </a:defRPr>
            </a:pPr>
            <a:r>
              <a:t>92.2%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6424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2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42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2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59.3%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42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ECA57"/>
                </a:solidFill>
                <a:latin typeface="Segoe UI"/>
              </a:defRPr>
            </a:pPr>
            <a:r>
              <a:t>59.0%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11064240" cy="347472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8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F1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78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Segoe UI"/>
              </a:defRPr>
            </a:pPr>
            <a:r>
              <a:t>1.000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78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0.722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78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ECA57"/>
                </a:solidFill>
                <a:latin typeface="Segoe UI"/>
              </a:defRPr>
            </a:pPr>
            <a:r>
              <a:t>0.720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347472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15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Throughput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615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894"/>
                </a:solidFill>
                <a:latin typeface="Segoe UI"/>
              </a:defRPr>
            </a:pPr>
            <a:r>
              <a:t>12.5K/sec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15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924K/sec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615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ECA57"/>
                </a:solidFill>
                <a:latin typeface="Segoe UI"/>
              </a:defRPr>
            </a:pPr>
            <a:r>
              <a:t>3.6K/sec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Part 6 — Decision Engine &amp; Automated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64008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29260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Threat Scoring (per device)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Suricata severity-1 alert      +50 pts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Suricata severity-2 alert      +30 pts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Suricata severity-3 alert      +10 pts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NPU anomaly detected           +40 pts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NPU score &gt; 2× threshold       +20 bonus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Decay: −5 points/minute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303520" cy="29260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Action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Score ≥ 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AUTO-QUARANTINE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nftables drop + MQTT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Score ≥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MQTT publish +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Score ≥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8CA3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Monitor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Score &lt;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IGNORE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8CA3"/>
                </a:solidFill>
                <a:latin typeface="Segoe UI"/>
              </a:defRPr>
            </a:pPr>
            <a:r>
              <a:t>Normal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89120"/>
            <a:ext cx="11064240" cy="13716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nftables quarantine: per-element timeouts, auto-release after 1 hour, manual release via quarantine.sh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MQTT broker: Mosquitto on localhost:1883 — topics: alerts, status, quarantine (QoS 1)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Web dashboard: Flask on port 5000 — real-time alerts, quarantined devices, auto-refresh 10s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Test Results — Live Attack on Raspberry Pi (192.168.13.48)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82296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End-to-end validation against a real Raspberry Pi target on the home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36576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Attack Escalation Sequence — 192.168.13.48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78CA3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88136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65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5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Suricata severity-1: Mirai credential stuffing (admin/admin)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5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+50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65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65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CA57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40"/>
            <a:ext cx="1088136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14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14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Suricata severity-1: Telnet brute-force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114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+50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14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14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QUARANTINE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1088136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62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62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NPU anomaly: reconstruction error 0.15 (3× threshold)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62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+60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662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160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662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QUARANTINED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60520"/>
            <a:ext cx="1088136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11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211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Segoe UI"/>
              </a:defRPr>
            </a:pPr>
            <a:r>
              <a:t>Suricata severity-2: Vertical port 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11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+30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211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11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QUARANTINED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29200"/>
            <a:ext cx="5303520" cy="10972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94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Device auto-quarantined at score 100 via nftables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MQTT alerts published to iot-gateway/quarantine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All traffic dropped within seconds of attack start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029200"/>
            <a:ext cx="5303520" cy="10972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120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894"/>
                </a:solidFill>
                <a:latin typeface="Segoe UI"/>
              </a:defRPr>
            </a:pPr>
            <a:r>
              <a:t>NPU Live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40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655 anomaly detections on 192.168.13.48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RKNN NPU backend, threshold: 0.0497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Continuous monitoring on eth0 (5s batch)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Test Results — Component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54864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347472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Segoe UI"/>
              </a:defRPr>
            </a:pPr>
            <a:r>
              <a:t>Whitelist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5/5 test cases passed: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Broadcast as source → whitelisted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Broadcast as destination → whitelisted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Link-local 169.254.x.x → whitelisted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Arbitrary .255 source → whitelisted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Attack traffic 192.168.13.48 → not whitelisted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566160" cy="347472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Segoe UI"/>
              </a:defRPr>
            </a:pPr>
            <a:r>
              <a:t>MQTT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Mosquitto connected on localhost:1883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Topics verified: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iot-gateway/alerts (QoS 1)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iot-gateway/quarantine (QoS 1)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iot-gateway/status (QoS 0)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Both QUARANTINE and ALERT delivered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566160" cy="347472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Decision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Multi-source scoring verified: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Suricata sev-1 → +50 pts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Suricata sev-2 → +30 pts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NPU anomaly → +40 pts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NPU high-confidence → +20 bonus ✓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Segoe UI"/>
              </a:defRPr>
            </a:pPr>
            <a:r>
              <a:t>  Score decay at 5 pts/min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1064240" cy="10972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Gateway Lifecycle (gateway.sh)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Segoe UI"/>
              </a:defRPr>
            </a:pPr>
            <a:r>
              <a:t>Start: nftables → XDP load → Suricata → Mosquitto → Suricata watcher → Detection pipeline → Dashboard     |     Stop: Pipeline → Suricata watcher → Dashboard → Suricata → XDP unload → Quarantine flush     |     All 5 processes cleanly managed with PID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Performance vs. Targets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41148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457200"/>
          </a:xfrm>
          <a:prstGeom prst="roundRect">
            <a:avLst/>
          </a:prstGeom>
          <a:solidFill>
            <a:srgbClr val="151825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30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30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30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30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78CA3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9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XDP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79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&lt; 10%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79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Segoe UI"/>
              </a:defRPr>
            </a:pPr>
            <a:r>
              <a:t>&lt; 10%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79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1106424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28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Suricata 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428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800 Mbps – 1.2 Gbps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8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Segoe UI"/>
              </a:defRPr>
            </a:pPr>
            <a:r>
              <a:t>21 rules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8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26080"/>
            <a:ext cx="11064240" cy="457200"/>
          </a:xfrm>
          <a:prstGeom prst="roundRect">
            <a:avLst/>
          </a:prstGeom>
          <a:solidFill>
            <a:srgbClr val="1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76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NPU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976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100K+ flows/sec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6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Segoe UI"/>
              </a:defRPr>
            </a:pPr>
            <a:r>
              <a:t>924K flows/sec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976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✓ 9×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74720"/>
            <a:ext cx="11064240" cy="457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25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Auto-Response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25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8CA3"/>
                </a:solidFill>
                <a:latin typeface="Segoe UI"/>
              </a:defRPr>
            </a:pPr>
            <a:r>
              <a:t>&lt; 5 sec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25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Segoe UI"/>
              </a:defRPr>
            </a:pPr>
            <a:r>
              <a:t>&lt; 3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525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Detection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Credential Stuffing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Suricata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572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Telnet/SSH brute-force + Mirai credential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C2 Beaconing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73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Suricata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DNS queries to suspicious TLDs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75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UPnP Abuse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175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Suricata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17550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AddPortMapping SOAP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77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Port Scanning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77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Suricata + NPU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772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SYN threshold rules + flow anomaly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779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Volumetric Flood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779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XDP + Suricata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7790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Rate limiter + SYN flood threshold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Data Exfiltration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NPU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6080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Abnormal outbound volume per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D6E5"/>
                </a:solidFill>
                <a:latin typeface="Segoe UI"/>
              </a:defRPr>
            </a:pPr>
            <a:r>
              <a:t>Zero-day Anomalies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6382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Segoe UI"/>
              </a:defRPr>
            </a:pPr>
            <a:r>
              <a:t>NPU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63825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Autoencoder reconstruction 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Segoe UI"/>
              </a:defRPr>
            </a:pPr>
            <a:r>
              <a:t>Architecture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4572000" cy="254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NIC</a:t>
            </a:r>
            <a:br/>
            <a:r>
              <a:t>1 Gbps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XDP/eBPF</a:t>
            </a:r>
            <a:br/>
            <a:r>
              <a:t>Kernel 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ECA57"/>
                </a:solidFill>
                <a:latin typeface="Segoe UI"/>
              </a:defRPr>
            </a:pPr>
            <a:r>
              <a:t>Suricata</a:t>
            </a:r>
            <a:br/>
            <a:r>
              <a:t>+ Vectorscan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D6E5"/>
                </a:solidFill>
                <a:latin typeface="Segoe UI"/>
              </a:defRPr>
            </a:pPr>
            <a:r>
              <a:t>Flow</a:t>
            </a:r>
            <a:br/>
            <a:r>
              <a:t>Extractor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  <a:latin typeface="Segoe UI"/>
              </a:defRPr>
            </a:pPr>
            <a:r>
              <a:t>NPU / ONNX</a:t>
            </a:r>
            <a:br/>
            <a:r>
              <a:t>Autoencoder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463040"/>
            <a:ext cx="1554480" cy="9144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15544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Decision</a:t>
            </a:r>
            <a:br/>
            <a:r>
              <a:t>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78C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78C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78C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78C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78C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Automated Response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0400"/>
            <a:ext cx="2651760" cy="8229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nftables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Kernel-level quarantine with auto-timeout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200400"/>
            <a:ext cx="2651760" cy="8229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ECA57"/>
                </a:solidFill>
                <a:latin typeface="Segoe UI"/>
              </a:defRPr>
            </a:pPr>
            <a:r>
              <a:t>MQTT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Real-time alerts to any subscriber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200400"/>
            <a:ext cx="2651760" cy="8229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9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Flask web UI at :5000 with live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19" y="3200400"/>
            <a:ext cx="2651760" cy="8229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59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D6E5"/>
                </a:solidFill>
                <a:latin typeface="Segoe UI"/>
              </a:defRPr>
            </a:pPr>
            <a:r>
              <a:t>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CA3"/>
                </a:solidFill>
                <a:latin typeface="Segoe UI"/>
              </a:defRPr>
            </a:pPr>
            <a:r>
              <a:t>decisions.jsonl + npu_alerts.jsonl + quarantine.log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389120"/>
            <a:ext cx="11064240" cy="18288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Full edge-based IoT security gateway on a $90 ARM64 board — no cloud required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Layered detection: XDP drops floods at line rate, Suricata catches known attacks, NPU detects zero-days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Automated response: compromised devices quarantined in &lt; 3 seconds via nftables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Multi-source threat scoring: Suricata + NPU alerts combined per device with score decay</a:t>
            </a:r>
          </a:p>
          <a:p>
            <a:pPr>
              <a:spcAft>
                <a:spcPts val="400"/>
              </a:spcAft>
              <a:defRPr sz="1300">
                <a:solidFill>
                  <a:srgbClr val="C8D6E5"/>
                </a:solidFill>
                <a:latin typeface="Segoe UI"/>
              </a:defRPr>
            </a:pPr>
            <a:r>
              <a:t>Live-tested against Raspberry Pi (192.168.13.48) with 655 NPU detections and auto-quarantine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